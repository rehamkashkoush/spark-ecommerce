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E-Commerce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Full-Stack React E-Commerce System</a:t>
            </a:r>
          </a:p>
          <a:p>
            <a:pPr>
              <a:spcAft>
                <a:spcPts val="1400"/>
              </a:spcAft>
              <a:defRPr sz="2300"/>
            </a:pPr>
            <a:r>
              <a:t>Customer • Seller •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React + Vite</a:t>
            </a:r>
          </a:p>
          <a:p>
            <a:pPr>
              <a:spcAft>
                <a:spcPts val="1400"/>
              </a:spcAft>
              <a:defRPr sz="2300"/>
            </a:pPr>
            <a:r>
              <a:t>Node.js + Express</a:t>
            </a:r>
          </a:p>
          <a:p>
            <a:pPr>
              <a:spcAft>
                <a:spcPts val="1400"/>
              </a:spcAft>
              <a:defRPr sz="2300"/>
            </a:pPr>
            <a:r>
              <a:t>MongoDB + Mongoose</a:t>
            </a:r>
          </a:p>
          <a:p>
            <a:pPr>
              <a:spcAft>
                <a:spcPts val="1400"/>
              </a:spcAft>
              <a:defRPr sz="2300"/>
            </a:pPr>
            <a:r>
              <a:t>JWT Authentication</a:t>
            </a:r>
          </a:p>
          <a:p>
            <a:pPr>
              <a:spcAft>
                <a:spcPts val="1400"/>
              </a:spcAft>
              <a:defRPr sz="2300"/>
            </a:pPr>
            <a:r>
              <a:t>REST API + Socket.io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Customer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Registration / Login / Google Login</a:t>
            </a:r>
          </a:p>
          <a:p>
            <a:pPr>
              <a:spcAft>
                <a:spcPts val="1400"/>
              </a:spcAft>
              <a:defRPr sz="2300"/>
            </a:pPr>
            <a:r>
              <a:t>Email + Phone Verification</a:t>
            </a:r>
          </a:p>
          <a:p>
            <a:pPr>
              <a:spcAft>
                <a:spcPts val="1400"/>
              </a:spcAft>
              <a:defRPr sz="2300"/>
            </a:pPr>
            <a:r>
              <a:t>Products, Search, Filters, Wishlist</a:t>
            </a:r>
          </a:p>
          <a:p>
            <a:pPr>
              <a:spcAft>
                <a:spcPts val="1400"/>
              </a:spcAft>
              <a:defRPr sz="2300"/>
            </a:pPr>
            <a:r>
              <a:t>Cart + Guest Checkout</a:t>
            </a:r>
          </a:p>
          <a:p>
            <a:pPr>
              <a:spcAft>
                <a:spcPts val="1400"/>
              </a:spcAft>
              <a:defRPr sz="2300"/>
            </a:pPr>
            <a:r>
              <a:t>Orders + Live Tracking</a:t>
            </a:r>
          </a:p>
          <a:p>
            <a:pPr>
              <a:spcAft>
                <a:spcPts val="1400"/>
              </a:spcAft>
              <a:defRPr sz="2300"/>
            </a:pPr>
            <a:r>
              <a:t>Reviews + Ratings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Payments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Stripe Checkout</a:t>
            </a:r>
          </a:p>
          <a:p>
            <a:pPr>
              <a:spcAft>
                <a:spcPts val="1400"/>
              </a:spcAft>
              <a:defRPr sz="2300"/>
            </a:pPr>
            <a:r>
              <a:t>PayPal Sandbox</a:t>
            </a:r>
          </a:p>
          <a:p>
            <a:pPr>
              <a:spcAft>
                <a:spcPts val="1400"/>
              </a:spcAft>
              <a:defRPr sz="2300"/>
            </a:pPr>
            <a:r>
              <a:t>Cash on Delivery</a:t>
            </a:r>
          </a:p>
          <a:p>
            <a:pPr>
              <a:spcAft>
                <a:spcPts val="1400"/>
              </a:spcAft>
              <a:defRPr sz="2300"/>
            </a:pPr>
            <a:r>
              <a:t>Wallet</a:t>
            </a:r>
          </a:p>
          <a:p>
            <a:pPr>
              <a:spcAft>
                <a:spcPts val="1400"/>
              </a:spcAft>
              <a:defRPr sz="2300"/>
            </a:pPr>
            <a:r>
              <a:t>Saved Cards</a:t>
            </a:r>
          </a:p>
          <a:p>
            <a:pPr>
              <a:spcAft>
                <a:spcPts val="1400"/>
              </a:spcAft>
              <a:defRPr sz="2300"/>
            </a:pPr>
            <a:r>
              <a:t>Promo Codes + Loyalty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Seller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Dashboard &amp; Sales Statistics</a:t>
            </a:r>
          </a:p>
          <a:p>
            <a:pPr>
              <a:spcAft>
                <a:spcPts val="1400"/>
              </a:spcAft>
              <a:defRPr sz="2300"/>
            </a:pPr>
            <a:r>
              <a:t>Product / Inventory Management</a:t>
            </a:r>
          </a:p>
          <a:p>
            <a:pPr>
              <a:spcAft>
                <a:spcPts val="1400"/>
              </a:spcAft>
              <a:defRPr sz="2300"/>
            </a:pPr>
            <a:r>
              <a:t>Order Processing</a:t>
            </a:r>
          </a:p>
          <a:p>
            <a:pPr>
              <a:spcAft>
                <a:spcPts val="1400"/>
              </a:spcAft>
              <a:defRPr sz="2300"/>
            </a:pPr>
            <a:r>
              <a:t>Shipping Status Updates</a:t>
            </a:r>
          </a:p>
          <a:p>
            <a:pPr>
              <a:spcAft>
                <a:spcPts val="1400"/>
              </a:spcAft>
              <a:defRPr sz="2300"/>
            </a:pPr>
            <a:r>
              <a:t>Courier Location</a:t>
            </a:r>
          </a:p>
          <a:p>
            <a:pPr>
              <a:spcAft>
                <a:spcPts val="1400"/>
              </a:spcAft>
              <a:defRPr sz="2300"/>
            </a:pPr>
            <a:r>
              <a:t>Earnings &amp; Payouts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Admin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Users &amp; Soft Delete</a:t>
            </a:r>
          </a:p>
          <a:p>
            <a:pPr>
              <a:spcAft>
                <a:spcPts val="1400"/>
              </a:spcAft>
              <a:defRPr sz="2300"/>
            </a:pPr>
            <a:r>
              <a:t>Seller Verification</a:t>
            </a:r>
          </a:p>
          <a:p>
            <a:pPr>
              <a:spcAft>
                <a:spcPts val="1400"/>
              </a:spcAft>
              <a:defRPr sz="2300"/>
            </a:pPr>
            <a:r>
              <a:t>Products &amp; Categories</a:t>
            </a:r>
          </a:p>
          <a:p>
            <a:pPr>
              <a:spcAft>
                <a:spcPts val="1400"/>
              </a:spcAft>
              <a:defRPr sz="2300"/>
            </a:pPr>
            <a:r>
              <a:t>Orders &amp; Shipping</a:t>
            </a:r>
          </a:p>
          <a:p>
            <a:pPr>
              <a:spcAft>
                <a:spcPts val="1400"/>
              </a:spcAft>
              <a:defRPr sz="2300"/>
            </a:pPr>
            <a:r>
              <a:t>Coupons &amp; Homepage Banners</a:t>
            </a:r>
          </a:p>
          <a:p>
            <a:pPr>
              <a:spcAft>
                <a:spcPts val="1400"/>
              </a:spcAft>
              <a:defRPr sz="2300"/>
            </a:pPr>
            <a:r>
              <a:t>Newsletter &amp; Loyalty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Real-Time &amp;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Socket.io Live Order Tracking</a:t>
            </a:r>
          </a:p>
          <a:p>
            <a:pPr>
              <a:spcAft>
                <a:spcPts val="1400"/>
              </a:spcAft>
              <a:defRPr sz="2300"/>
            </a:pPr>
            <a:r>
              <a:t>Resend Transactional Emails</a:t>
            </a:r>
          </a:p>
          <a:p>
            <a:pPr>
              <a:spcAft>
                <a:spcPts val="1400"/>
              </a:spcAft>
              <a:defRPr sz="2300"/>
            </a:pPr>
            <a:r>
              <a:t>Email Marketing / Newsletter</a:t>
            </a:r>
          </a:p>
          <a:p>
            <a:pPr>
              <a:spcAft>
                <a:spcPts val="1400"/>
              </a:spcAft>
              <a:defRPr sz="2300"/>
            </a:pPr>
            <a:r>
              <a:t>Web Push Notifications</a:t>
            </a:r>
          </a:p>
          <a:p>
            <a:pPr>
              <a:spcAft>
                <a:spcPts val="1400"/>
              </a:spcAft>
              <a:defRPr sz="2300"/>
            </a:pPr>
            <a:r>
              <a:t>Order Status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Bonus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Google Login</a:t>
            </a:r>
          </a:p>
          <a:p>
            <a:pPr>
              <a:spcAft>
                <a:spcPts val="1400"/>
              </a:spcAft>
              <a:defRPr sz="2300"/>
            </a:pPr>
            <a:r>
              <a:t>Saved Cards</a:t>
            </a:r>
          </a:p>
          <a:p>
            <a:pPr>
              <a:spcAft>
                <a:spcPts val="1400"/>
              </a:spcAft>
              <a:defRPr sz="2300"/>
            </a:pPr>
            <a:r>
              <a:t>Push Notifications</a:t>
            </a:r>
          </a:p>
          <a:p>
            <a:pPr>
              <a:spcAft>
                <a:spcPts val="1400"/>
              </a:spcAft>
              <a:defRPr sz="2300"/>
            </a:pPr>
            <a:r>
              <a:t>Email Marketing</a:t>
            </a:r>
          </a:p>
          <a:p>
            <a:pPr>
              <a:spcAft>
                <a:spcPts val="1400"/>
              </a:spcAft>
              <a:defRPr sz="2300"/>
            </a:pPr>
            <a:r>
              <a:t>Loyalty / Rewards</a:t>
            </a:r>
          </a:p>
          <a:p>
            <a:pPr>
              <a:spcAft>
                <a:spcPts val="1400"/>
              </a:spcAft>
              <a:defRPr sz="2300"/>
            </a:pPr>
            <a:r>
              <a:t>Social Sharing &amp; Referrals</a:t>
            </a:r>
          </a:p>
          <a:p>
            <a:pPr>
              <a:spcAft>
                <a:spcPts val="1400"/>
              </a:spcAft>
              <a:defRPr sz="2300"/>
            </a:pPr>
            <a:r>
              <a:t>Arabic / English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React SPA</a:t>
            </a:r>
          </a:p>
          <a:p>
            <a:pPr>
              <a:spcAft>
                <a:spcPts val="1400"/>
              </a:spcAft>
              <a:defRPr sz="2300"/>
            </a:pPr>
            <a:r>
              <a:t>↓</a:t>
            </a:r>
          </a:p>
          <a:p>
            <a:pPr>
              <a:spcAft>
                <a:spcPts val="1400"/>
              </a:spcAft>
              <a:defRPr sz="2300"/>
            </a:pPr>
            <a:r>
              <a:t>Express REST API + Socket.io</a:t>
            </a:r>
          </a:p>
          <a:p>
            <a:pPr>
              <a:spcAft>
                <a:spcPts val="1400"/>
              </a:spcAft>
              <a:defRPr sz="2300"/>
            </a:pPr>
            <a:r>
              <a:t>↓</a:t>
            </a:r>
          </a:p>
          <a:p>
            <a:pPr>
              <a:spcAft>
                <a:spcPts val="1400"/>
              </a:spcAft>
              <a:defRPr sz="2300"/>
            </a:pPr>
            <a:r>
              <a:t>MongoDB</a:t>
            </a:r>
          </a:p>
          <a:p>
            <a:pPr>
              <a:spcAft>
                <a:spcPts val="1400"/>
              </a:spcAft>
              <a:defRPr sz="2300"/>
            </a:pPr>
          </a:p>
          <a:p>
            <a:pPr>
              <a:spcAft>
                <a:spcPts val="1400"/>
              </a:spcAft>
              <a:defRPr sz="1900"/>
            </a:pPr>
            <a:r>
              <a:t>External Services: Stripe • PayPal • Resend • Twilio • Google OAuth • Web 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Security &amp;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JWT + bcryptjs</a:t>
            </a:r>
          </a:p>
          <a:p>
            <a:pPr>
              <a:spcAft>
                <a:spcPts val="1400"/>
              </a:spcAft>
              <a:defRPr sz="2300"/>
            </a:pPr>
            <a:r>
              <a:t>Rate Limiting</a:t>
            </a:r>
          </a:p>
          <a:p>
            <a:pPr>
              <a:spcAft>
                <a:spcPts val="1400"/>
              </a:spcAft>
              <a:defRPr sz="2300"/>
            </a:pPr>
            <a:r>
              <a:t>Security Headers</a:t>
            </a:r>
          </a:p>
          <a:p>
            <a:pPr>
              <a:spcAft>
                <a:spcPts val="1400"/>
              </a:spcAft>
              <a:defRPr sz="2300"/>
            </a:pPr>
            <a:r>
              <a:t>Environment Variables for Secrets</a:t>
            </a:r>
          </a:p>
          <a:p>
            <a:pPr>
              <a:spcAft>
                <a:spcPts val="1400"/>
              </a:spcAft>
              <a:defRPr sz="2300"/>
            </a:pPr>
            <a:r>
              <a:t>API Health Check</a:t>
            </a:r>
          </a:p>
          <a:p>
            <a:pPr>
              <a:spcAft>
                <a:spcPts val="1400"/>
              </a:spcAft>
              <a:defRPr sz="2300"/>
            </a:pPr>
            <a:r>
              <a:t>Graceful Server Shutdown</a:t>
            </a:r>
          </a:p>
          <a:p>
            <a:pPr>
              <a:spcAft>
                <a:spcPts val="1400"/>
              </a:spcAft>
              <a:defRPr sz="2300"/>
            </a:pPr>
            <a:r>
              <a:t>Vercel + Render deployment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Customer → Browse → Cart → Checkout → Order</a:t>
            </a:r>
          </a:p>
          <a:p>
            <a:pPr>
              <a:spcAft>
                <a:spcPts val="1400"/>
              </a:spcAft>
              <a:defRPr sz="2300"/>
            </a:pPr>
            <a:r>
              <a:t>Seller → Update Order → Move Courier</a:t>
            </a:r>
          </a:p>
          <a:p>
            <a:pPr>
              <a:spcAft>
                <a:spcPts val="1400"/>
              </a:spcAft>
              <a:defRPr sz="2300"/>
            </a:pPr>
            <a:r>
              <a:t>Customer → Live Tracking</a:t>
            </a:r>
          </a:p>
          <a:p>
            <a:pPr>
              <a:spcAft>
                <a:spcPts val="1400"/>
              </a:spcAft>
              <a:defRPr sz="2300"/>
            </a:pPr>
            <a:r>
              <a:t>Admin → Users / Sellers / Orders / Coupons</a:t>
            </a:r>
          </a:p>
          <a:p>
            <a:pPr>
              <a:spcAft>
                <a:spcPts val="1400"/>
              </a:spcAft>
              <a:defRPr sz="2300"/>
            </a:pPr>
            <a:r>
              <a:t>Bonus → Rewards / Referral / Notifications /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Final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Complete multi-role e-commerce platform</a:t>
            </a:r>
          </a:p>
          <a:p>
            <a:pPr>
              <a:spcAft>
                <a:spcPts val="1400"/>
              </a:spcAft>
              <a:defRPr sz="2300"/>
            </a:pPr>
            <a:r>
              <a:t>Production-oriented backend</a:t>
            </a:r>
          </a:p>
          <a:p>
            <a:pPr>
              <a:spcAft>
                <a:spcPts val="1400"/>
              </a:spcAft>
              <a:defRPr sz="2300"/>
            </a:pPr>
            <a:r>
              <a:t>Integrated payments and notifications</a:t>
            </a:r>
          </a:p>
          <a:p>
            <a:pPr>
              <a:spcAft>
                <a:spcPts val="1400"/>
              </a:spcAft>
              <a:defRPr sz="2300"/>
            </a:pPr>
            <a:r>
              <a:t>Real-time order tracking</a:t>
            </a:r>
          </a:p>
          <a:p>
            <a:pPr>
              <a:spcAft>
                <a:spcPts val="1400"/>
              </a:spcAft>
              <a:defRPr sz="2300"/>
            </a:pPr>
            <a:r>
              <a:t>Extensible bonus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